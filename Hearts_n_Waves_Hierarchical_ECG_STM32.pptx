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ecg</c:v>
                </c:pt>
              </c:strCache>
            </c:strRef>
          </c:tx>
          <c:spPr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Sheet1!$A$2:$A$601</c:f>
              <c:strCache>
                <c:ptCount val="6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</c:strCache>
            </c:strRef>
          </c:cat>
          <c:val>
            <c:numRef>
              <c:f>Sheet1!$B$2:$B$601</c:f>
              <c:numCache>
                <c:formatCode>General</c:formatCode>
                <c:ptCount val="6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1E-3</c:v>
                </c:pt>
                <c:pt idx="15">
                  <c:v>2E-3</c:v>
                </c:pt>
                <c:pt idx="16">
                  <c:v>4.0000000000000001E-3</c:v>
                </c:pt>
                <c:pt idx="17">
                  <c:v>0.01</c:v>
                </c:pt>
                <c:pt idx="18">
                  <c:v>1.9E-2</c:v>
                </c:pt>
                <c:pt idx="19">
                  <c:v>3.3000000000000002E-2</c:v>
                </c:pt>
                <c:pt idx="20">
                  <c:v>5.2999999999999999E-2</c:v>
                </c:pt>
                <c:pt idx="21">
                  <c:v>7.4999999999999997E-2</c:v>
                </c:pt>
                <c:pt idx="22">
                  <c:v>9.8000000000000004E-2</c:v>
                </c:pt>
                <c:pt idx="23">
                  <c:v>0.114</c:v>
                </c:pt>
                <c:pt idx="24">
                  <c:v>0.12</c:v>
                </c:pt>
                <c:pt idx="25">
                  <c:v>0.114</c:v>
                </c:pt>
                <c:pt idx="26">
                  <c:v>9.8000000000000004E-2</c:v>
                </c:pt>
                <c:pt idx="27">
                  <c:v>7.4999999999999997E-2</c:v>
                </c:pt>
                <c:pt idx="28">
                  <c:v>5.2999999999999999E-2</c:v>
                </c:pt>
                <c:pt idx="29">
                  <c:v>3.3000000000000002E-2</c:v>
                </c:pt>
                <c:pt idx="30">
                  <c:v>1.9E-2</c:v>
                </c:pt>
                <c:pt idx="31">
                  <c:v>0.01</c:v>
                </c:pt>
                <c:pt idx="32">
                  <c:v>4.0000000000000001E-3</c:v>
                </c:pt>
                <c:pt idx="33">
                  <c:v>2E-3</c:v>
                </c:pt>
                <c:pt idx="34">
                  <c:v>1E-3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-1E-3</c:v>
                </c:pt>
                <c:pt idx="42">
                  <c:v>-1.6E-2</c:v>
                </c:pt>
                <c:pt idx="43">
                  <c:v>-7.1999999999999995E-2</c:v>
                </c:pt>
                <c:pt idx="44">
                  <c:v>-0.11799999999999999</c:v>
                </c:pt>
                <c:pt idx="45">
                  <c:v>-3.5999999999999997E-2</c:v>
                </c:pt>
                <c:pt idx="46">
                  <c:v>0.23599999999999999</c:v>
                </c:pt>
                <c:pt idx="47">
                  <c:v>0.81</c:v>
                </c:pt>
                <c:pt idx="48">
                  <c:v>1.194</c:v>
                </c:pt>
                <c:pt idx="49">
                  <c:v>0.78</c:v>
                </c:pt>
                <c:pt idx="50">
                  <c:v>0.14099999999999999</c:v>
                </c:pt>
                <c:pt idx="51">
                  <c:v>-0.19800000000000001</c:v>
                </c:pt>
                <c:pt idx="52">
                  <c:v>-0.29799999999999999</c:v>
                </c:pt>
                <c:pt idx="53">
                  <c:v>-0.23400000000000001</c:v>
                </c:pt>
                <c:pt idx="54">
                  <c:v>-0.11</c:v>
                </c:pt>
                <c:pt idx="55">
                  <c:v>-3.2000000000000001E-2</c:v>
                </c:pt>
                <c:pt idx="56">
                  <c:v>-5.0000000000000001E-3</c:v>
                </c:pt>
                <c:pt idx="57">
                  <c:v>-1E-3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1E-3</c:v>
                </c:pt>
                <c:pt idx="69">
                  <c:v>1E-3</c:v>
                </c:pt>
                <c:pt idx="70">
                  <c:v>2E-3</c:v>
                </c:pt>
                <c:pt idx="71">
                  <c:v>3.0000000000000001E-3</c:v>
                </c:pt>
                <c:pt idx="72">
                  <c:v>4.0000000000000001E-3</c:v>
                </c:pt>
                <c:pt idx="73">
                  <c:v>6.0000000000000001E-3</c:v>
                </c:pt>
                <c:pt idx="74">
                  <c:v>8.9999999999999993E-3</c:v>
                </c:pt>
                <c:pt idx="75">
                  <c:v>1.4E-2</c:v>
                </c:pt>
                <c:pt idx="76">
                  <c:v>0.02</c:v>
                </c:pt>
                <c:pt idx="77">
                  <c:v>2.7E-2</c:v>
                </c:pt>
                <c:pt idx="78">
                  <c:v>3.6999999999999998E-2</c:v>
                </c:pt>
                <c:pt idx="79">
                  <c:v>4.9000000000000002E-2</c:v>
                </c:pt>
                <c:pt idx="80">
                  <c:v>6.4000000000000001E-2</c:v>
                </c:pt>
                <c:pt idx="81">
                  <c:v>8.1000000000000003E-2</c:v>
                </c:pt>
                <c:pt idx="82">
                  <c:v>0.1</c:v>
                </c:pt>
                <c:pt idx="83">
                  <c:v>0.12</c:v>
                </c:pt>
                <c:pt idx="84">
                  <c:v>0.14099999999999999</c:v>
                </c:pt>
                <c:pt idx="85">
                  <c:v>0.16200000000000001</c:v>
                </c:pt>
                <c:pt idx="86">
                  <c:v>0.18099999999999999</c:v>
                </c:pt>
                <c:pt idx="87">
                  <c:v>0.19700000000000001</c:v>
                </c:pt>
                <c:pt idx="88">
                  <c:v>0.20899999999999999</c:v>
                </c:pt>
                <c:pt idx="89">
                  <c:v>0.217</c:v>
                </c:pt>
                <c:pt idx="90">
                  <c:v>0.22</c:v>
                </c:pt>
                <c:pt idx="91">
                  <c:v>0.217</c:v>
                </c:pt>
                <c:pt idx="92">
                  <c:v>0.20899999999999999</c:v>
                </c:pt>
                <c:pt idx="93">
                  <c:v>0.19700000000000001</c:v>
                </c:pt>
                <c:pt idx="94">
                  <c:v>0.18099999999999999</c:v>
                </c:pt>
                <c:pt idx="95">
                  <c:v>0.16200000000000001</c:v>
                </c:pt>
                <c:pt idx="96">
                  <c:v>0.14099999999999999</c:v>
                </c:pt>
                <c:pt idx="97">
                  <c:v>0.12</c:v>
                </c:pt>
                <c:pt idx="98">
                  <c:v>0.1</c:v>
                </c:pt>
                <c:pt idx="99">
                  <c:v>8.1000000000000003E-2</c:v>
                </c:pt>
                <c:pt idx="100">
                  <c:v>6.4000000000000001E-2</c:v>
                </c:pt>
                <c:pt idx="101">
                  <c:v>4.9000000000000002E-2</c:v>
                </c:pt>
                <c:pt idx="102">
                  <c:v>3.6999999999999998E-2</c:v>
                </c:pt>
                <c:pt idx="103">
                  <c:v>2.7E-2</c:v>
                </c:pt>
                <c:pt idx="104">
                  <c:v>0.02</c:v>
                </c:pt>
                <c:pt idx="105">
                  <c:v>1.4E-2</c:v>
                </c:pt>
                <c:pt idx="106">
                  <c:v>8.9999999999999993E-3</c:v>
                </c:pt>
                <c:pt idx="107">
                  <c:v>6.0000000000000001E-3</c:v>
                </c:pt>
                <c:pt idx="108">
                  <c:v>4.0000000000000001E-3</c:v>
                </c:pt>
                <c:pt idx="109">
                  <c:v>3.0000000000000001E-3</c:v>
                </c:pt>
                <c:pt idx="110">
                  <c:v>2E-3</c:v>
                </c:pt>
                <c:pt idx="111">
                  <c:v>1E-3</c:v>
                </c:pt>
                <c:pt idx="112">
                  <c:v>1E-3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1E-3</c:v>
                </c:pt>
                <c:pt idx="215">
                  <c:v>2E-3</c:v>
                </c:pt>
                <c:pt idx="216">
                  <c:v>4.0000000000000001E-3</c:v>
                </c:pt>
                <c:pt idx="217">
                  <c:v>0.01</c:v>
                </c:pt>
                <c:pt idx="218">
                  <c:v>1.9E-2</c:v>
                </c:pt>
                <c:pt idx="219">
                  <c:v>3.3000000000000002E-2</c:v>
                </c:pt>
                <c:pt idx="220">
                  <c:v>5.2999999999999999E-2</c:v>
                </c:pt>
                <c:pt idx="221">
                  <c:v>7.4999999999999997E-2</c:v>
                </c:pt>
                <c:pt idx="222">
                  <c:v>9.8000000000000004E-2</c:v>
                </c:pt>
                <c:pt idx="223">
                  <c:v>0.114</c:v>
                </c:pt>
                <c:pt idx="224">
                  <c:v>0.12</c:v>
                </c:pt>
                <c:pt idx="225">
                  <c:v>0.114</c:v>
                </c:pt>
                <c:pt idx="226">
                  <c:v>9.8000000000000004E-2</c:v>
                </c:pt>
                <c:pt idx="227">
                  <c:v>7.4999999999999997E-2</c:v>
                </c:pt>
                <c:pt idx="228">
                  <c:v>5.2999999999999999E-2</c:v>
                </c:pt>
                <c:pt idx="229">
                  <c:v>3.3000000000000002E-2</c:v>
                </c:pt>
                <c:pt idx="230">
                  <c:v>1.9E-2</c:v>
                </c:pt>
                <c:pt idx="231">
                  <c:v>0.01</c:v>
                </c:pt>
                <c:pt idx="232">
                  <c:v>4.0000000000000001E-3</c:v>
                </c:pt>
                <c:pt idx="233">
                  <c:v>2E-3</c:v>
                </c:pt>
                <c:pt idx="234">
                  <c:v>1E-3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-1E-3</c:v>
                </c:pt>
                <c:pt idx="242">
                  <c:v>-1.6E-2</c:v>
                </c:pt>
                <c:pt idx="243">
                  <c:v>-7.1999999999999995E-2</c:v>
                </c:pt>
                <c:pt idx="244">
                  <c:v>-0.11799999999999999</c:v>
                </c:pt>
                <c:pt idx="245">
                  <c:v>-3.5999999999999997E-2</c:v>
                </c:pt>
                <c:pt idx="246">
                  <c:v>0.23599999999999999</c:v>
                </c:pt>
                <c:pt idx="247">
                  <c:v>0.81</c:v>
                </c:pt>
                <c:pt idx="248">
                  <c:v>1.194</c:v>
                </c:pt>
                <c:pt idx="249">
                  <c:v>0.78</c:v>
                </c:pt>
                <c:pt idx="250">
                  <c:v>0.14099999999999999</c:v>
                </c:pt>
                <c:pt idx="251">
                  <c:v>-0.19800000000000001</c:v>
                </c:pt>
                <c:pt idx="252">
                  <c:v>-0.29799999999999999</c:v>
                </c:pt>
                <c:pt idx="253">
                  <c:v>-0.23400000000000001</c:v>
                </c:pt>
                <c:pt idx="254">
                  <c:v>-0.11</c:v>
                </c:pt>
                <c:pt idx="255">
                  <c:v>-3.2000000000000001E-2</c:v>
                </c:pt>
                <c:pt idx="256">
                  <c:v>-5.0000000000000001E-3</c:v>
                </c:pt>
                <c:pt idx="257">
                  <c:v>-1E-3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1E-3</c:v>
                </c:pt>
                <c:pt idx="269">
                  <c:v>1E-3</c:v>
                </c:pt>
                <c:pt idx="270">
                  <c:v>2E-3</c:v>
                </c:pt>
                <c:pt idx="271">
                  <c:v>3.0000000000000001E-3</c:v>
                </c:pt>
                <c:pt idx="272">
                  <c:v>4.0000000000000001E-3</c:v>
                </c:pt>
                <c:pt idx="273">
                  <c:v>6.0000000000000001E-3</c:v>
                </c:pt>
                <c:pt idx="274">
                  <c:v>8.9999999999999993E-3</c:v>
                </c:pt>
                <c:pt idx="275">
                  <c:v>1.4E-2</c:v>
                </c:pt>
                <c:pt idx="276">
                  <c:v>0.02</c:v>
                </c:pt>
                <c:pt idx="277">
                  <c:v>2.7E-2</c:v>
                </c:pt>
                <c:pt idx="278">
                  <c:v>3.6999999999999998E-2</c:v>
                </c:pt>
                <c:pt idx="279">
                  <c:v>4.9000000000000002E-2</c:v>
                </c:pt>
                <c:pt idx="280">
                  <c:v>6.4000000000000001E-2</c:v>
                </c:pt>
                <c:pt idx="281">
                  <c:v>8.1000000000000003E-2</c:v>
                </c:pt>
                <c:pt idx="282">
                  <c:v>0.1</c:v>
                </c:pt>
                <c:pt idx="283">
                  <c:v>0.12</c:v>
                </c:pt>
                <c:pt idx="284">
                  <c:v>0.14099999999999999</c:v>
                </c:pt>
                <c:pt idx="285">
                  <c:v>0.16200000000000001</c:v>
                </c:pt>
                <c:pt idx="286">
                  <c:v>0.18099999999999999</c:v>
                </c:pt>
                <c:pt idx="287">
                  <c:v>0.19700000000000001</c:v>
                </c:pt>
                <c:pt idx="288">
                  <c:v>0.20899999999999999</c:v>
                </c:pt>
                <c:pt idx="289">
                  <c:v>0.217</c:v>
                </c:pt>
                <c:pt idx="290">
                  <c:v>0.22</c:v>
                </c:pt>
                <c:pt idx="291">
                  <c:v>0.217</c:v>
                </c:pt>
                <c:pt idx="292">
                  <c:v>0.20899999999999999</c:v>
                </c:pt>
                <c:pt idx="293">
                  <c:v>0.19700000000000001</c:v>
                </c:pt>
                <c:pt idx="294">
                  <c:v>0.18099999999999999</c:v>
                </c:pt>
                <c:pt idx="295">
                  <c:v>0.16200000000000001</c:v>
                </c:pt>
                <c:pt idx="296">
                  <c:v>0.14099999999999999</c:v>
                </c:pt>
                <c:pt idx="297">
                  <c:v>0.12</c:v>
                </c:pt>
                <c:pt idx="298">
                  <c:v>0.1</c:v>
                </c:pt>
                <c:pt idx="299">
                  <c:v>8.1000000000000003E-2</c:v>
                </c:pt>
                <c:pt idx="300">
                  <c:v>6.4000000000000001E-2</c:v>
                </c:pt>
                <c:pt idx="301">
                  <c:v>4.9000000000000002E-2</c:v>
                </c:pt>
                <c:pt idx="302">
                  <c:v>3.6999999999999998E-2</c:v>
                </c:pt>
                <c:pt idx="303">
                  <c:v>2.7E-2</c:v>
                </c:pt>
                <c:pt idx="304">
                  <c:v>0.02</c:v>
                </c:pt>
                <c:pt idx="305">
                  <c:v>1.4E-2</c:v>
                </c:pt>
                <c:pt idx="306">
                  <c:v>8.9999999999999993E-3</c:v>
                </c:pt>
                <c:pt idx="307">
                  <c:v>6.0000000000000001E-3</c:v>
                </c:pt>
                <c:pt idx="308">
                  <c:v>4.0000000000000001E-3</c:v>
                </c:pt>
                <c:pt idx="309">
                  <c:v>3.0000000000000001E-3</c:v>
                </c:pt>
                <c:pt idx="310">
                  <c:v>2E-3</c:v>
                </c:pt>
                <c:pt idx="311">
                  <c:v>1E-3</c:v>
                </c:pt>
                <c:pt idx="312">
                  <c:v>1E-3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1E-3</c:v>
                </c:pt>
                <c:pt idx="415">
                  <c:v>2E-3</c:v>
                </c:pt>
                <c:pt idx="416">
                  <c:v>4.0000000000000001E-3</c:v>
                </c:pt>
                <c:pt idx="417">
                  <c:v>0.01</c:v>
                </c:pt>
                <c:pt idx="418">
                  <c:v>1.9E-2</c:v>
                </c:pt>
                <c:pt idx="419">
                  <c:v>3.3000000000000002E-2</c:v>
                </c:pt>
                <c:pt idx="420">
                  <c:v>5.2999999999999999E-2</c:v>
                </c:pt>
                <c:pt idx="421">
                  <c:v>7.4999999999999997E-2</c:v>
                </c:pt>
                <c:pt idx="422">
                  <c:v>9.8000000000000004E-2</c:v>
                </c:pt>
                <c:pt idx="423">
                  <c:v>0.114</c:v>
                </c:pt>
                <c:pt idx="424">
                  <c:v>0.12</c:v>
                </c:pt>
                <c:pt idx="425">
                  <c:v>0.114</c:v>
                </c:pt>
                <c:pt idx="426">
                  <c:v>9.8000000000000004E-2</c:v>
                </c:pt>
                <c:pt idx="427">
                  <c:v>7.4999999999999997E-2</c:v>
                </c:pt>
                <c:pt idx="428">
                  <c:v>5.2999999999999999E-2</c:v>
                </c:pt>
                <c:pt idx="429">
                  <c:v>3.3000000000000002E-2</c:v>
                </c:pt>
                <c:pt idx="430">
                  <c:v>1.9E-2</c:v>
                </c:pt>
                <c:pt idx="431">
                  <c:v>0.01</c:v>
                </c:pt>
                <c:pt idx="432">
                  <c:v>4.0000000000000001E-3</c:v>
                </c:pt>
                <c:pt idx="433">
                  <c:v>2E-3</c:v>
                </c:pt>
                <c:pt idx="434">
                  <c:v>1E-3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-1E-3</c:v>
                </c:pt>
                <c:pt idx="442">
                  <c:v>-1.6E-2</c:v>
                </c:pt>
                <c:pt idx="443">
                  <c:v>-7.1999999999999995E-2</c:v>
                </c:pt>
                <c:pt idx="444">
                  <c:v>-0.11799999999999999</c:v>
                </c:pt>
                <c:pt idx="445">
                  <c:v>-3.5999999999999997E-2</c:v>
                </c:pt>
                <c:pt idx="446">
                  <c:v>0.23599999999999999</c:v>
                </c:pt>
                <c:pt idx="447">
                  <c:v>0.81</c:v>
                </c:pt>
                <c:pt idx="448">
                  <c:v>1.194</c:v>
                </c:pt>
                <c:pt idx="449">
                  <c:v>0.78</c:v>
                </c:pt>
                <c:pt idx="450">
                  <c:v>0.14099999999999999</c:v>
                </c:pt>
                <c:pt idx="451">
                  <c:v>-0.19800000000000001</c:v>
                </c:pt>
                <c:pt idx="452">
                  <c:v>-0.29799999999999999</c:v>
                </c:pt>
                <c:pt idx="453">
                  <c:v>-0.23400000000000001</c:v>
                </c:pt>
                <c:pt idx="454">
                  <c:v>-0.11</c:v>
                </c:pt>
                <c:pt idx="455">
                  <c:v>-3.2000000000000001E-2</c:v>
                </c:pt>
                <c:pt idx="456">
                  <c:v>-5.0000000000000001E-3</c:v>
                </c:pt>
                <c:pt idx="457">
                  <c:v>-1E-3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1E-3</c:v>
                </c:pt>
                <c:pt idx="469">
                  <c:v>1E-3</c:v>
                </c:pt>
                <c:pt idx="470">
                  <c:v>2E-3</c:v>
                </c:pt>
                <c:pt idx="471">
                  <c:v>3.0000000000000001E-3</c:v>
                </c:pt>
                <c:pt idx="472">
                  <c:v>4.0000000000000001E-3</c:v>
                </c:pt>
                <c:pt idx="473">
                  <c:v>6.0000000000000001E-3</c:v>
                </c:pt>
                <c:pt idx="474">
                  <c:v>8.9999999999999993E-3</c:v>
                </c:pt>
                <c:pt idx="475">
                  <c:v>1.4E-2</c:v>
                </c:pt>
                <c:pt idx="476">
                  <c:v>0.02</c:v>
                </c:pt>
                <c:pt idx="477">
                  <c:v>2.7E-2</c:v>
                </c:pt>
                <c:pt idx="478">
                  <c:v>3.6999999999999998E-2</c:v>
                </c:pt>
                <c:pt idx="479">
                  <c:v>4.9000000000000002E-2</c:v>
                </c:pt>
                <c:pt idx="480">
                  <c:v>6.4000000000000001E-2</c:v>
                </c:pt>
                <c:pt idx="481">
                  <c:v>8.1000000000000003E-2</c:v>
                </c:pt>
                <c:pt idx="482">
                  <c:v>0.1</c:v>
                </c:pt>
                <c:pt idx="483">
                  <c:v>0.12</c:v>
                </c:pt>
                <c:pt idx="484">
                  <c:v>0.14099999999999999</c:v>
                </c:pt>
                <c:pt idx="485">
                  <c:v>0.16200000000000001</c:v>
                </c:pt>
                <c:pt idx="486">
                  <c:v>0.18099999999999999</c:v>
                </c:pt>
                <c:pt idx="487">
                  <c:v>0.19700000000000001</c:v>
                </c:pt>
                <c:pt idx="488">
                  <c:v>0.20899999999999999</c:v>
                </c:pt>
                <c:pt idx="489">
                  <c:v>0.217</c:v>
                </c:pt>
                <c:pt idx="490">
                  <c:v>0.22</c:v>
                </c:pt>
                <c:pt idx="491">
                  <c:v>0.217</c:v>
                </c:pt>
                <c:pt idx="492">
                  <c:v>0.20899999999999999</c:v>
                </c:pt>
                <c:pt idx="493">
                  <c:v>0.19700000000000001</c:v>
                </c:pt>
                <c:pt idx="494">
                  <c:v>0.18099999999999999</c:v>
                </c:pt>
                <c:pt idx="495">
                  <c:v>0.16200000000000001</c:v>
                </c:pt>
                <c:pt idx="496">
                  <c:v>0.14099999999999999</c:v>
                </c:pt>
                <c:pt idx="497">
                  <c:v>0.12</c:v>
                </c:pt>
                <c:pt idx="498">
                  <c:v>0.1</c:v>
                </c:pt>
                <c:pt idx="499">
                  <c:v>8.1000000000000003E-2</c:v>
                </c:pt>
                <c:pt idx="500">
                  <c:v>6.4000000000000001E-2</c:v>
                </c:pt>
                <c:pt idx="501">
                  <c:v>4.9000000000000002E-2</c:v>
                </c:pt>
                <c:pt idx="502">
                  <c:v>3.6999999999999998E-2</c:v>
                </c:pt>
                <c:pt idx="503">
                  <c:v>2.7E-2</c:v>
                </c:pt>
                <c:pt idx="504">
                  <c:v>0.02</c:v>
                </c:pt>
                <c:pt idx="505">
                  <c:v>1.4E-2</c:v>
                </c:pt>
                <c:pt idx="506">
                  <c:v>8.9999999999999993E-3</c:v>
                </c:pt>
                <c:pt idx="507">
                  <c:v>6.0000000000000001E-3</c:v>
                </c:pt>
                <c:pt idx="508">
                  <c:v>4.0000000000000001E-3</c:v>
                </c:pt>
                <c:pt idx="509">
                  <c:v>3.0000000000000001E-3</c:v>
                </c:pt>
                <c:pt idx="510">
                  <c:v>2E-3</c:v>
                </c:pt>
                <c:pt idx="511">
                  <c:v>1E-3</c:v>
                </c:pt>
                <c:pt idx="512">
                  <c:v>1E-3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E5-3548-A42A-73C78F33C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-0.4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0F172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Calibri"/>
              </a:rPr>
              <a:t>UART packets per second (approx.)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Packets per second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Stream every sample</c:v>
                </c:pt>
                <c:pt idx="1">
                  <c:v>Event-driven (ours)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BE-8943-85C7-25EC9DE7E2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Calibri"/>
              </a:rPr>
              <a:t>One synthesized cardiac cycle (phase 0 to 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Synthesized beat</c:v>
                </c:pt>
              </c:strCache>
            </c:strRef>
          </c:tx>
          <c:spPr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Sheet1!$A$2:$A$201</c:f>
              <c:strCache>
                <c:ptCount val="2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</c:strCache>
            </c:strRef>
          </c:cat>
          <c:val>
            <c:numRef>
              <c:f>Sheet1!$B$2:$B$201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1E-3</c:v>
                </c:pt>
                <c:pt idx="15">
                  <c:v>2E-3</c:v>
                </c:pt>
                <c:pt idx="16">
                  <c:v>4.0000000000000001E-3</c:v>
                </c:pt>
                <c:pt idx="17">
                  <c:v>0.01</c:v>
                </c:pt>
                <c:pt idx="18">
                  <c:v>1.9E-2</c:v>
                </c:pt>
                <c:pt idx="19">
                  <c:v>3.3000000000000002E-2</c:v>
                </c:pt>
                <c:pt idx="20">
                  <c:v>5.2999999999999999E-2</c:v>
                </c:pt>
                <c:pt idx="21">
                  <c:v>7.4999999999999997E-2</c:v>
                </c:pt>
                <c:pt idx="22">
                  <c:v>9.8000000000000004E-2</c:v>
                </c:pt>
                <c:pt idx="23">
                  <c:v>0.114</c:v>
                </c:pt>
                <c:pt idx="24">
                  <c:v>0.12</c:v>
                </c:pt>
                <c:pt idx="25">
                  <c:v>0.114</c:v>
                </c:pt>
                <c:pt idx="26">
                  <c:v>9.8000000000000004E-2</c:v>
                </c:pt>
                <c:pt idx="27">
                  <c:v>7.4999999999999997E-2</c:v>
                </c:pt>
                <c:pt idx="28">
                  <c:v>5.2999999999999999E-2</c:v>
                </c:pt>
                <c:pt idx="29">
                  <c:v>3.3000000000000002E-2</c:v>
                </c:pt>
                <c:pt idx="30">
                  <c:v>1.9E-2</c:v>
                </c:pt>
                <c:pt idx="31">
                  <c:v>0.01</c:v>
                </c:pt>
                <c:pt idx="32">
                  <c:v>4.0000000000000001E-3</c:v>
                </c:pt>
                <c:pt idx="33">
                  <c:v>2E-3</c:v>
                </c:pt>
                <c:pt idx="34">
                  <c:v>1E-3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-1E-3</c:v>
                </c:pt>
                <c:pt idx="42">
                  <c:v>-1.6E-2</c:v>
                </c:pt>
                <c:pt idx="43">
                  <c:v>-7.1999999999999995E-2</c:v>
                </c:pt>
                <c:pt idx="44">
                  <c:v>-0.11799999999999999</c:v>
                </c:pt>
                <c:pt idx="45">
                  <c:v>-3.5999999999999997E-2</c:v>
                </c:pt>
                <c:pt idx="46">
                  <c:v>0.23599999999999999</c:v>
                </c:pt>
                <c:pt idx="47">
                  <c:v>0.81</c:v>
                </c:pt>
                <c:pt idx="48">
                  <c:v>1.194</c:v>
                </c:pt>
                <c:pt idx="49">
                  <c:v>0.78</c:v>
                </c:pt>
                <c:pt idx="50">
                  <c:v>0.14099999999999999</c:v>
                </c:pt>
                <c:pt idx="51">
                  <c:v>-0.19800000000000001</c:v>
                </c:pt>
                <c:pt idx="52">
                  <c:v>-0.29799999999999999</c:v>
                </c:pt>
                <c:pt idx="53">
                  <c:v>-0.23400000000000001</c:v>
                </c:pt>
                <c:pt idx="54">
                  <c:v>-0.11</c:v>
                </c:pt>
                <c:pt idx="55">
                  <c:v>-3.2000000000000001E-2</c:v>
                </c:pt>
                <c:pt idx="56">
                  <c:v>-5.0000000000000001E-3</c:v>
                </c:pt>
                <c:pt idx="57">
                  <c:v>-1E-3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1E-3</c:v>
                </c:pt>
                <c:pt idx="69">
                  <c:v>1E-3</c:v>
                </c:pt>
                <c:pt idx="70">
                  <c:v>2E-3</c:v>
                </c:pt>
                <c:pt idx="71">
                  <c:v>3.0000000000000001E-3</c:v>
                </c:pt>
                <c:pt idx="72">
                  <c:v>4.0000000000000001E-3</c:v>
                </c:pt>
                <c:pt idx="73">
                  <c:v>6.0000000000000001E-3</c:v>
                </c:pt>
                <c:pt idx="74">
                  <c:v>8.9999999999999993E-3</c:v>
                </c:pt>
                <c:pt idx="75">
                  <c:v>1.4E-2</c:v>
                </c:pt>
                <c:pt idx="76">
                  <c:v>0.02</c:v>
                </c:pt>
                <c:pt idx="77">
                  <c:v>2.7E-2</c:v>
                </c:pt>
                <c:pt idx="78">
                  <c:v>3.6999999999999998E-2</c:v>
                </c:pt>
                <c:pt idx="79">
                  <c:v>4.9000000000000002E-2</c:v>
                </c:pt>
                <c:pt idx="80">
                  <c:v>6.4000000000000001E-2</c:v>
                </c:pt>
                <c:pt idx="81">
                  <c:v>8.1000000000000003E-2</c:v>
                </c:pt>
                <c:pt idx="82">
                  <c:v>0.1</c:v>
                </c:pt>
                <c:pt idx="83">
                  <c:v>0.12</c:v>
                </c:pt>
                <c:pt idx="84">
                  <c:v>0.14099999999999999</c:v>
                </c:pt>
                <c:pt idx="85">
                  <c:v>0.16200000000000001</c:v>
                </c:pt>
                <c:pt idx="86">
                  <c:v>0.18099999999999999</c:v>
                </c:pt>
                <c:pt idx="87">
                  <c:v>0.19700000000000001</c:v>
                </c:pt>
                <c:pt idx="88">
                  <c:v>0.20899999999999999</c:v>
                </c:pt>
                <c:pt idx="89">
                  <c:v>0.217</c:v>
                </c:pt>
                <c:pt idx="90">
                  <c:v>0.22</c:v>
                </c:pt>
                <c:pt idx="91">
                  <c:v>0.217</c:v>
                </c:pt>
                <c:pt idx="92">
                  <c:v>0.20899999999999999</c:v>
                </c:pt>
                <c:pt idx="93">
                  <c:v>0.19700000000000001</c:v>
                </c:pt>
                <c:pt idx="94">
                  <c:v>0.18099999999999999</c:v>
                </c:pt>
                <c:pt idx="95">
                  <c:v>0.16200000000000001</c:v>
                </c:pt>
                <c:pt idx="96">
                  <c:v>0.14099999999999999</c:v>
                </c:pt>
                <c:pt idx="97">
                  <c:v>0.12</c:v>
                </c:pt>
                <c:pt idx="98">
                  <c:v>0.1</c:v>
                </c:pt>
                <c:pt idx="99">
                  <c:v>8.1000000000000003E-2</c:v>
                </c:pt>
                <c:pt idx="100">
                  <c:v>6.4000000000000001E-2</c:v>
                </c:pt>
                <c:pt idx="101">
                  <c:v>4.9000000000000002E-2</c:v>
                </c:pt>
                <c:pt idx="102">
                  <c:v>3.6999999999999998E-2</c:v>
                </c:pt>
                <c:pt idx="103">
                  <c:v>2.7E-2</c:v>
                </c:pt>
                <c:pt idx="104">
                  <c:v>0.02</c:v>
                </c:pt>
                <c:pt idx="105">
                  <c:v>1.4E-2</c:v>
                </c:pt>
                <c:pt idx="106">
                  <c:v>8.9999999999999993E-3</c:v>
                </c:pt>
                <c:pt idx="107">
                  <c:v>6.0000000000000001E-3</c:v>
                </c:pt>
                <c:pt idx="108">
                  <c:v>4.0000000000000001E-3</c:v>
                </c:pt>
                <c:pt idx="109">
                  <c:v>3.0000000000000001E-3</c:v>
                </c:pt>
                <c:pt idx="110">
                  <c:v>2E-3</c:v>
                </c:pt>
                <c:pt idx="111">
                  <c:v>1E-3</c:v>
                </c:pt>
                <c:pt idx="112">
                  <c:v>1E-3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2E-ED46-9DE8-9DBD29E82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-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mV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65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wearable-style ECG monitor where the STM32 does the intelligence on-chip in three levels, and a Python app on the PC acts as a digital twin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problem statement. The key idea is that not every sample needs the same amount of work: filter cheaply, detect beats, and only classify when there is something to classify.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Levels 0, 1 and 2 all live on the STM32. The rule is: the cheapest stage sees every sample; each later stage runs less often. The PC only visualises what the chip already decided.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timer gives deterministic 200 Hz sampling (5 ms period). Between samples the CPU sleeps in WFI. The leads-off guard is the first power saver: no DSP is done when there is no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the power question. Sampling is timer-driven with sleep in between; the expensive pieces (classification and communication) are gated on events. Compared with streaming every sample over UART, the packet rate drops by roughly 40x.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0 is the always-on, constant-cost stage. It keeps only four past values, so memory and compute are negligible.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Pan-Tompkins in four steps, implemented with fixed-size buffers. The refractory period and the BPM gate reject double-counting and noise. Only when a valid beat is found do we update BPM and HRV.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 is a hand-written decision tree: a few comparisons, no floating-point heavy work. It is only evaluated on a beat or every 250 ms. The class number (0, 1, 2) is sent to the PC, so the PC does not need to redo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protocol is a five-field CSV line. Field 0 (the filtered ECG sample) is sent but the current Python code does not plot it; it draws a synthesized PQRST instead. The class field carries the on-chip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PC side never re-detects beats. It trusts the BPM and class from the chip, generates a clean waveform at that heart rate, and updates a heads-up display. Throttled drawing keeps the laptop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wave is a Gaussian bump at a fixed position in the cycle. R is tall and narrow, T is low and wide. Adding Gaussian noise makes it look like a real strip. This is a visualisation of the heart rate, not the raw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back to the problem statement: a hierarchical design keeps compute and power low for a wearable, while still giving useful clinical-style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0" y="3200400"/>
          <a:ext cx="91440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702259"/>
            <a:ext cx="332842" cy="33284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Hearts'n'Waves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ECG Intelligence System on STM32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Low-power, event-driven, three-level architecture with a live Python digital twin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ECG monitoring can consume significant computational resources and easily consume power. This is especially important for wearable devices.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DA4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hierarchical ECG intelligence system for the STM32.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435608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554" y="1567282"/>
            <a:ext cx="285293" cy="2852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0" y="1298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limited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5910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heavy analysis on every 5 ms sample wastes CPU cycles on a small MCU.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2359152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2606040"/>
            <a:ext cx="548640" cy="5486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554" y="273771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48640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is small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0" y="27614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always-awake CPU and constant data streaming drain a wearable quickly.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0" y="3529584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754880" y="3776472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554" y="3908146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486400" y="3639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hierarchy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stages run always; costlier logic runs only when an event (a beat) occurs.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Three-Level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481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64208" y="1773936"/>
            <a:ext cx="18288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ADC read by a 200 Hz timer ISR. Leads-off and temperature inputs.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65376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231136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4" y="14813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65376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072384" y="1773936"/>
            <a:ext cx="18288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1865376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IIR filter removes drift and noise. Runs every sample.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73552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39312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4813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273552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80560" y="1773936"/>
            <a:ext cx="18288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3273552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Pan-Tompkins beat detector gives BPM and HRV. Runs every sample.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81728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47488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148132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681728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888736" y="1773936"/>
            <a:ext cx="18288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4681728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Normal, Warning or Critical. Runs on a beat or every 250 ms.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089904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55664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148132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089904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7296912" y="1773936"/>
            <a:ext cx="182880" cy="18288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6089904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CSV line: ECG, BPM, Temp, Class, HRV at 115200 baud.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498080" y="1234440"/>
            <a:ext cx="1188720" cy="123444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863840" y="1371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148132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49808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7498080" y="265176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ECG strip, status HUD, estimated SpO2 and BP.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4160520"/>
            <a:ext cx="6821424" cy="36576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457200" y="4160520"/>
            <a:ext cx="682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STM32 (embedded)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749808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749808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and Hardware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 analog input (12-bit ADC)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analog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LO+ leads-off 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LO- leads-off detect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34747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TIM3 @ 200 Hz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interrupt only reads the ADC and raises a flag. All processing happens in loop(), keeping the ISR tiny.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34416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75488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234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508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calls __WFI(), halting the core until the next interrupt.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16712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7548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TIM3 fires every 5 ms: the ISR reads PA0 and sets sampleReady.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99008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7548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2880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wake, check LO+/LO-. If electrodes are off, send status and return early.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3813048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7548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703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run Level 0, Level 1 and (if needed) Level 2, then sleep again.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Power Is Saved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245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at most ~4 periodic packets plus 1-2 beat packets per second at rest. Baseline is a hypothetical per-sample stream.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0" y="1261872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1382573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23560" y="1188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between samples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23560" y="1463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__WFI() idles the core between 200 Hz timer ticks.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937760" y="2112264"/>
            <a:ext cx="502920" cy="5029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461" y="2232965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on leads-off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623560" y="23134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 or detection without a signal; status sent at most every 200 ms.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937760" y="2962656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461" y="3083357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23560" y="2889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not streams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623560" y="316382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and UART run on a detected beat or every 250 ms, not per sample.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937760" y="3813048"/>
            <a:ext cx="502920" cy="5029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8461" y="3933749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23560" y="37398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arithmetic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623560" y="40142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buffers and a few multiply-adds per sample. No heap, no FFT.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0: Band-pass Filter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IIR difference equation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 = 0.2929*x[n] - 0.2929*x[n-2] + 0.5858*y[n-1] - 0.1716*y[n-2]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 order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IIR band-pass 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9184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per sample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126480" y="2606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variables: x1, x2, y1, y2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filter first?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wander and high-frequency noise would cause false beats in Level 1. This stage costs the same tiny amount for every sample, so it is cheap enough to run always.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1: Pan-Tompkins Beat Detection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Derivative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filter highlights the steep QRS slope.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819656"/>
            <a:ext cx="21031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90495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27655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Squaring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7655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slopes positive and boosts large ones.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65015" y="1819656"/>
            <a:ext cx="21031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3790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86095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Moving window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6095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samples (150 ms) average gives an energy envelope.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98310" y="1819656"/>
            <a:ext cx="210312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7086" y="11887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994246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Adaptive threshold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94246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1800, floor 1200. Updated 0.7/0.3 per beat, decays x0.997.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127980"/>
            <a:ext cx="199705" cy="19970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143000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validation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5204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ms refractory lockout after each beat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RR intervals giving 45-120 BPM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smoothed: 0.85 x old + 0.15 x new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09160" y="292608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92040" y="3035808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12" y="3127980"/>
            <a:ext cx="199705" cy="199705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394960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(RMSSD)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4892040" y="35204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last 5 RR intervals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Root-mean-square of successive differences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Level 2 (HRV &lt; 15 ms = Warning)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2: On-Device Decision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BPM, Temp, HRV</a:t>
            </a:r>
            <a:endParaRPr lang="en-US" sz="1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leads-off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572768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80360" y="1325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880360" y="1325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280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first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554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&lt; 45 or &gt; 140,  Temp &gt; 39 or &lt; 34 C,  or leads off (BPM &lt;= 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715768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0" y="233172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80360" y="2468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80360" y="2468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second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697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&lt; 55 or &gt; 105,  Temp &gt; 37.8 C,  or HRV &lt; 15 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858768"/>
            <a:ext cx="365760" cy="20116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0" y="347472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880360" y="361188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880360" y="36118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3840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inside the safe ranges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to PC: UART Data Protocol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325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 beat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-12.4,74.2,36.9,0,34.5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warning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-3.1,108.0,37.2,1,12.8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leads off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0.0,0.0,36.9,2,0.0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on purpose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 sent on a detected beat or every 250 ms. Leads-off status goes out every 200 ms. Serial output is 115200 baud text.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 Python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ECG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Received, not plotted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waveform speed, HUD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(C)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Smoothed, shown in HUD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0/1/2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text and colour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HRV (ms)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Shown in HUD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Digital Twin (digital_twin.py)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1452067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Read UART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pending bytes, keeps the newest line, parses BPM, Temp (EMA 0.9/0.1), Class, HRV.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9836" y="118872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42716" y="1353312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471" y="1452067"/>
            <a:ext cx="213970" cy="2139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91356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Phase generator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442716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cardiac phase by BPM/60 x dt each loop, wrapping at 1.0: one cycle per heartbeat.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62472" y="118872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45352" y="1353312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107" y="1452067"/>
            <a:ext cx="213970" cy="21397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93992" y="13533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PQRST synthesis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45352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five Gaussians (P, Q, R, S, T) plus noise gives one ECG sample per loop.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29260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0080" y="3090672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3189427"/>
            <a:ext cx="213970" cy="21397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88720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Rolling strip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holds 800 samples (4 s x 200 Hz), drawn as a scrolling clinical strip.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59836" y="29260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42716" y="3090672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1471" y="3189427"/>
            <a:ext cx="213970" cy="21397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991356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Throttled render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3442716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redraws at about 30 FPS and the HUD at 2 Hz, avoiding lag and freezes.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62472" y="292608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45352" y="3090672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107" y="3189427"/>
            <a:ext cx="213970" cy="21397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793992" y="30906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Twin metrics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245352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SpO2 and systolic BP are model estimates from BPM and temperature, not measured.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Waveform Is Synthesized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Hearts'n'Waves  |  Hierarchical ECG on STM32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88720"/>
          <a:ext cx="4846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34440"/>
          <a:ext cx="310896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 (mV)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5778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wave = A * exp( -((phase - centre) / width)^2 )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5778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disconnected: the trace falls back to a flat baseline with tiny noise and a red warning.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A4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intelligence: filter, detect, classify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9184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A4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Hz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timer-driven sampling with sleep in between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26480" y="1508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DA4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~40x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UART packets than streaming every sample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work runs always. Costlier work runs only on events. The PC just displays the result.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Macintosh PowerPoint</Application>
  <PresentationFormat>On-screen Show (16:9)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Hearts'n'Waves - Hierarchical ECG Intelligence on STM32</dc:title>
  <dc:subject>PptxGenJS Presentation</dc:subject>
  <dc:creator>PptxGenJS</dc:creator>
  <cp:lastModifiedBy>MYLAVARAPU KRISHNASAI AMAR</cp:lastModifiedBy>
  <cp:revision>2</cp:revision>
  <dcterms:created xsi:type="dcterms:W3CDTF">2026-09-20T06:22:38Z</dcterms:created>
  <dcterms:modified xsi:type="dcterms:W3CDTF">2026-09-20T06:27:23Z</dcterms:modified>
</cp:coreProperties>
</file>